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B4B4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1B4B4A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 SKILLS4FUTURE — DAY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7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Sustainability, Green Skills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4F7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AI in Today's World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9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Day 1 sessions — exploring SDG 17, real-world climate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9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AI-powered environmental solutions, and a proposed capstone build.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7680960" cy="1965960"/>
          </a:xfrm>
          <a:prstGeom prst="roundRect">
            <a:avLst>
              <a:gd name="adj" fmla="val 3721"/>
            </a:avLst>
          </a:prstGeom>
          <a:solidFill>
            <a:srgbClr val="1B4B4A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4370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0" y="4343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Dhedhi Jayvina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828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230470107066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5285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83280" y="5257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5742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83280" y="5715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Vyavasayi Vidya Pratishthan Engineering College (V.V.P.)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2976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Reflections From the Sessions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SDG 17, AI's environmental footprint, and India's green-jobs push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 — Partnerships for the Goals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8680" y="237744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 connected with most, since none of the other 16 SDGs can really be achieved without governments, companies and institutions working together.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green-jobs certification bodies teaming up with private industry is a clear, local example of this partnership model at work.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publicly-built climate simulators are only possible because universities and researchers choose to make their data and models openly accessible.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smart-bin network spanning 80+ companies and 17 countries shows sustainability tech scaling globally only through shared partnerships.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7220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B4B4A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373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2376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AI's Growing Environmental Bill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537960" y="23317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large AI model needs somewhere to run, and that somewhere is a data centre that draws heavily on electricity and fresh water for cooling.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alone now hosts close to a third of global data-centre capacity, putting real strain on local power grids and water tables.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172200" y="3931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06240"/>
            <a:ext cx="457200" cy="4572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492240" y="4160520"/>
            <a:ext cx="548640" cy="54864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2519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2376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Push for Green Employment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537960" y="48463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skilling body certifies technicians for solar, wind and solar-pump installation, turning renewable-energy growth into real employment.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lakhs already trained and a target of 10 million green jobs by 2047, skilling is treated as the backbone of the clean-energy transition.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I Tried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abstract climate concepts into numbers I could actually see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190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Footprint Calculator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039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impact check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25146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9834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result: ~2.3 Earths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971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a short quiz on diet, home energy and travel — the tool then showed how many planets my current lifestyle would need.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72200" y="14630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7190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/ Emission Calculator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132320" y="2039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Mode-of-travel comparison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46520" y="25146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9834A"/>
          </a:solidFill>
          <a:ln/>
        </p:spPr>
      </p:sp>
      <p:sp>
        <p:nvSpPr>
          <p:cNvPr id="18" name="Text 14"/>
          <p:cNvSpPr/>
          <p:nvPr/>
        </p:nvSpPr>
        <p:spPr>
          <a:xfrm>
            <a:off x="64465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~42 kg CO₂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46520" y="2971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same journey through different transport options and saw just how much cleaner rail and bus travel are than flying.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4069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348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325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Climate Simulator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508760" y="46451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"What-if" policy testing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22960" y="5120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9834A"/>
          </a:solidFill>
          <a:ln/>
        </p:spPr>
      </p:sp>
      <p:sp>
        <p:nvSpPr>
          <p:cNvPr id="26" name="Text 21"/>
          <p:cNvSpPr/>
          <p:nvPr/>
        </p:nvSpPr>
        <p:spPr>
          <a:xfrm>
            <a:off x="82296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+2.4°C by 2100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2960" y="5577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sliders for carbon pricing and renewable adoption and watched the projected global-temperature outcome shift in real time.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172200" y="4069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446520" y="4343400"/>
            <a:ext cx="548640" cy="54864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4348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32320" y="4325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Waste Bins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7132320" y="46451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AI deployment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46520" y="51206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9834A"/>
          </a:solidFill>
          <a:ln/>
        </p:spPr>
      </p:sp>
      <p:sp>
        <p:nvSpPr>
          <p:cNvPr id="34" name="Text 28"/>
          <p:cNvSpPr/>
          <p:nvPr/>
        </p:nvSpPr>
        <p:spPr>
          <a:xfrm>
            <a:off x="6446520" y="5120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80+ companies, 17 countries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446520" y="55778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at a live platform where sensors and AI decide bin fill-levels and sorting, cutting unnecessary collection runs.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Core Ideas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concepts that shaped the capstone direction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Equipping people with the practical, technical know-how needed for eco-friendly careers — think solar panel fitting, waste-plant operation, EV maintenance and energy audits — so the workforce keeps pace with a changing economy.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1B4B4A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84708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288036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CE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and building in a way that satisfies today's needs while leaving enough resources, environment and opportunity for the generations that come after. Balanced across three pillars — environment, society and economy.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F0F6F5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737360"/>
            <a:ext cx="594360" cy="59436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84708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Helps &amp; Hurts</a:t>
            </a:r>
            <a:endParaRPr lang="en-US" sz="1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92608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68512" y="2880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Helps: balances power grids, forecasts weather patterns, automates recycling sorts, and tracks deforestation from satellite imagery.</a:t>
            </a:r>
            <a:endParaRPr lang="en-US" sz="11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406908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68512" y="40233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Hurts: training and running large models is energy- and water-intensive, adding directly to the emissions footprint of data centres.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321040" y="52578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down to how — and how responsibly — the technology is built and powered.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B4B4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4114800" cy="4114800"/>
          </a:xfrm>
          <a:prstGeom prst="ellipse">
            <a:avLst/>
          </a:prstGeom>
          <a:solidFill>
            <a:srgbClr val="1B4B4A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7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GreenLens AI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Vision System for Recyclable Waste Detection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1B4B4A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68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camera-based Python application that uses an image classification model to spot and label waste items on the spot — recyclable, biodegradable or hazardous — then keeps a running log for a simple dashboard, inspired by the AI-driven smart-bin networks seen during the session.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file — trained classification model with a lightweight logging script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F4F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(PPT) walking through the problem, method, model and expected 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 Alignment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9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adopted by a school, college or local municipal body — a small but real example of technology and institutions partnering for cleaner waste management.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1371600" cy="1371600"/>
          </a:xfrm>
          <a:prstGeom prst="ellipse">
            <a:avLst/>
          </a:prstGeom>
          <a:solidFill>
            <a:srgbClr val="9FCDB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788920"/>
            <a:ext cx="731520" cy="731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601200" y="4114800"/>
            <a:ext cx="1371600" cy="1371600"/>
          </a:xfrm>
          <a:prstGeom prst="ellipse">
            <a:avLst/>
          </a:prstGeom>
          <a:solidFill>
            <a:srgbClr val="D9834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4434840"/>
            <a:ext cx="731520" cy="7315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863840" y="5623560"/>
            <a:ext cx="1005840" cy="1005840"/>
          </a:xfrm>
          <a:prstGeom prst="ellipse">
            <a:avLst/>
          </a:prstGeom>
          <a:solidFill>
            <a:srgbClr val="1B4B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85216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80960" y="6309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selected to initiate the project — scope &amp; tech stack can evolve as work progresses.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GTU Skills4Future - Day 1</dc:title>
  <dc:subject>PptxGenJS Presentation</dc:subject>
  <dc:creator>Vasu</dc:creator>
  <cp:lastModifiedBy>Vasu</cp:lastModifiedBy>
  <cp:revision>1</cp:revision>
  <dcterms:created xsi:type="dcterms:W3CDTF">2026-07-07T07:43:06Z</dcterms:created>
  <dcterms:modified xsi:type="dcterms:W3CDTF">2026-07-07T07:43:06Z</dcterms:modified>
</cp:coreProperties>
</file>